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400800" cy="6400800"/>
          </a:xfrm>
          <a:prstGeom prst="ellipse">
            <a:avLst/>
          </a:prstGeom>
          <a:solidFill>
            <a:srgbClr val="2A3A7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3291840"/>
            <a:ext cx="5029200" cy="5029200"/>
          </a:xfrm>
          <a:prstGeom prst="ellipse">
            <a:avLst/>
          </a:prstGeom>
          <a:solidFill>
            <a:srgbClr val="2A3A7A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51560"/>
            <a:ext cx="777240" cy="777240"/>
          </a:xfrm>
          <a:prstGeom prst="ellipse">
            <a:avLst/>
          </a:prstGeom>
          <a:solidFill>
            <a:srgbClr val="2A3A7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253642"/>
            <a:ext cx="373075" cy="3730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1488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PLAYBOOK FOR THE CORE TEAM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4688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Internet-First,</a:t>
            </a:r>
            <a:endParaRPr lang="en-US" sz="5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Airgap-Final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548640" y="46634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fast outside. Ship clean inside. Same team, better tools.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Working Edition  ·  Core Engineering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DOING THIS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We'd rather spend our time on the interesting problems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71446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2514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eats our months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30175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setup, access requests, and pipeline waiting take up more of a delivery cycle than the actual feature does. That's the part we can fix.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34256" y="160020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1828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502" y="1971446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2514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out-finish, not just out-start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62856" y="30175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teams are already prototyping fast with AI on the public internet. Great — a fast demo is easy. We want our fast path to lead all the way to a real, running feature.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19872" y="160020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48472" y="1828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118" y="197144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48472" y="2514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rebuild the same plumbing every time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48472" y="30175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API wiring, form validation, test setup — we write it fresh on every MFE. A lot of that can just... not be rewritten.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48640" y="4297680"/>
            <a:ext cx="11094415" cy="1280160"/>
          </a:xfrm>
          <a:prstGeom prst="roundRect">
            <a:avLst>
              <a:gd name="adj" fmla="val 6429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04672" y="4572000"/>
            <a:ext cx="640080" cy="6400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738421"/>
            <a:ext cx="307238" cy="30723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4462272"/>
            <a:ext cx="9814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isn't to move faster than is safe. </a:t>
            </a:r>
            <a:pPr indent="0" marL="0">
              <a:buNone/>
            </a:pPr>
            <a:r>
              <a:rPr lang="en-US" sz="14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to stop spending our speed on friction that has nothing to do with the actual problem — and to get the boring parts (setup, plumbing, waiting) so consistent that nobody has to think about them anymore.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WORKS, IN ONE PICTURE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feature, two places to work, one clean handoff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2600" y="182880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19860" y="208483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6280" y="2251253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4040" y="2880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spec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2328" y="356616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API contracts,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— the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for the feature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178912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</a:rPr>
              <a:t>▸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453232" y="182880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90492" y="208483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912" y="2251253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44672" y="2880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test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562960" y="356616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with AI pairing,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realistic mocks 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backend needed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949544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</a:rPr>
              <a:t>▸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3864" y="182880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161124" y="208483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544" y="2251253"/>
            <a:ext cx="307238" cy="30723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15304" y="2880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 release,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it in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333592" y="356616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small, reviewed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— never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repository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8720176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</a:rPr>
              <a:t>▸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994496" y="182880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931756" y="208483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8176" y="2251253"/>
            <a:ext cx="307238" cy="30723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85936" y="2880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it up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104224" y="3566160"/>
            <a:ext cx="2295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the real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&amp; data — mostly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config, not a rewrite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that's actually sensitive — real names, real data, real rule values, </a:t>
            </a:r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mapping.json</a:t>
            </a:r>
            <a:pPr algn="ctr" indent="0" marL="0">
              <a:buNone/>
            </a:pPr>
            <a:r>
              <a:rPr lang="en-US" sz="13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stays inside the whole time. What crosses is small, plain, and looked at by a teammate first.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MAKES THIS EASY LATER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aligned with Confi, and integration stops being scary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94415" cy="475488"/>
          </a:xfrm>
          <a:prstGeom prst="roundRect">
            <a:avLst>
              <a:gd name="adj" fmla="val 17308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755648"/>
            <a:ext cx="347472" cy="34747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575" y="1845991"/>
            <a:ext cx="166787" cy="166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691640"/>
            <a:ext cx="10271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lint / test / SAST rules — copy the actual config files over, don't reinvent them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258568"/>
            <a:ext cx="11094415" cy="475488"/>
          </a:xfrm>
          <a:prstGeom prst="roundRect">
            <a:avLst>
              <a:gd name="adj" fmla="val 17308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" y="2322576"/>
            <a:ext cx="347472" cy="34747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75" y="2412919"/>
            <a:ext cx="166787" cy="166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7008" y="2258568"/>
            <a:ext cx="10271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contract format (OpenAPI) as the source of truth on both sides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2825496"/>
            <a:ext cx="11094415" cy="475488"/>
          </a:xfrm>
          <a:prstGeom prst="roundRect">
            <a:avLst>
              <a:gd name="adj" fmla="val 17308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3232" y="2889504"/>
            <a:ext cx="347472" cy="34747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75" y="2979847"/>
            <a:ext cx="166787" cy="1667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2825496"/>
            <a:ext cx="10271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folder &amp; module structure and naming conventions — just wearing our cover names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392424"/>
            <a:ext cx="11094415" cy="475488"/>
          </a:xfrm>
          <a:prstGeom prst="roundRect">
            <a:avLst>
              <a:gd name="adj" fmla="val 17308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13232" y="3456432"/>
            <a:ext cx="347472" cy="34747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75" y="3546775"/>
            <a:ext cx="166787" cy="16678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07008" y="3392424"/>
            <a:ext cx="10271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versioning &amp; tagging approach — Confi always pulls one known-good, tagged release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48640" y="3959352"/>
            <a:ext cx="11094415" cy="475488"/>
          </a:xfrm>
          <a:prstGeom prst="roundRect">
            <a:avLst>
              <a:gd name="adj" fmla="val 17308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13232" y="4023360"/>
            <a:ext cx="347472" cy="34747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575" y="4113703"/>
            <a:ext cx="166787" cy="166787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07008" y="3959352"/>
            <a:ext cx="10271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checked against what Confi already allows, so surprises show up early, not at integration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48640" y="4526280"/>
            <a:ext cx="11094415" cy="475488"/>
          </a:xfrm>
          <a:prstGeom prst="roundRect">
            <a:avLst>
              <a:gd name="adj" fmla="val 17308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713232" y="4590288"/>
            <a:ext cx="347472" cy="34747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575" y="4680631"/>
            <a:ext cx="166787" cy="166787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207008" y="4526280"/>
            <a:ext cx="10271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(URLs, auth, environment stuff) lives in one clearly separate place from the feature code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10588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749808" y="5303520"/>
            <a:ext cx="502920" cy="50292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" y="5434279"/>
            <a:ext cx="241402" cy="241402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389888" y="5212080"/>
            <a:ext cx="100428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these six things consistently and </a:t>
            </a:r>
            <a:pPr indent="0" marL="0">
              <a:buNone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“bringing it inside” becomes closer to a deploy than a rewrite — which is the whole goal of building outside in the first place.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SIMPLE FOR EVERYONE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short, boring list beats a long, scary one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64328" cy="3200400"/>
          </a:xfrm>
          <a:prstGeom prst="roundRect">
            <a:avLst>
              <a:gd name="adj" fmla="val 2571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20240"/>
            <a:ext cx="530352" cy="530352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564" y="2058132"/>
            <a:ext cx="254569" cy="25456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75104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outside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2468880"/>
            <a:ext cx="481568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&amp; structure, renamed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contracts + sample 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run through our extractor tool first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78728" y="1691640"/>
            <a:ext cx="5364328" cy="3200400"/>
          </a:xfrm>
          <a:prstGeom prst="roundRect">
            <a:avLst>
              <a:gd name="adj" fmla="val 2571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34760" y="1920240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651" y="2058132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93128" y="1975104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553048" y="2468880"/>
            <a:ext cx="481568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mapping.json — our one key file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names, real 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rule values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URLs, certs, auth secrets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507492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528523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41" y="5432633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5193792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habit does most of the work: </a:t>
            </a:r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through the extractor, have a teammate glance over the output, then send it. That's the whole routine for most features.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TRICKY PART, MADE SIMPLE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rules plug in later — like an environment config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we build outside works off placeholder rules and made-up sample data, so it's fully testable entirely on its own.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it moves inside, we point it at the real rules and real data instead — similar to swapping an 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file, not rewriting the app.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rules will be complex or sensitive enough that we just build them directly inside — that's completely fine. We'll flag those upfront, per feature, so nobody's surprised later.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126480" y="1783080"/>
            <a:ext cx="5486400" cy="1874520"/>
          </a:xfrm>
          <a:prstGeom prst="roundRect">
            <a:avLst>
              <a:gd name="adj" fmla="val 4390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55080" y="1984248"/>
            <a:ext cx="502920" cy="50292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5839" y="2115007"/>
            <a:ext cx="241402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967728" y="20299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— placeholder rules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82512" y="2450592"/>
            <a:ext cx="49743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but realistic values. Looks and behaves the same way the real thing will — enough to build and test the whole feature with confidence.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12648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same app, different values  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4160520"/>
            <a:ext cx="5486400" cy="1828800"/>
          </a:xfrm>
          <a:prstGeom prst="roundRect">
            <a:avLst>
              <a:gd name="adj" fmla="val 4500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55080" y="436168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5839" y="4492447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967728" y="4407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— the real thing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382512" y="4828032"/>
            <a:ext cx="49743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components, same tests. Only the values underneath change — reviewed and versioned like everything else we ship.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WITHOUT WAITING ON ANYONE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the whole thing before it ever touches Confi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94415" cy="859536"/>
          </a:xfrm>
          <a:prstGeom prst="roundRect">
            <a:avLst>
              <a:gd name="adj" fmla="val 9574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865376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008022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801368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0" y="1783080"/>
            <a:ext cx="6888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 everyone builds against — types, endpoints, sample data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679192"/>
            <a:ext cx="11094415" cy="859536"/>
          </a:xfrm>
          <a:prstGeom prst="roundRect">
            <a:avLst>
              <a:gd name="adj" fmla="val 9574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85292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99557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788920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types + client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0" y="2770632"/>
            <a:ext cx="6888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hand-writes fetch calls — they're generated from the spec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666744"/>
            <a:ext cx="11094415" cy="859536"/>
          </a:xfrm>
          <a:prstGeom prst="roundRect">
            <a:avLst>
              <a:gd name="adj" fmla="val 9574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49808" y="3840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398312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3776472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backend (MSW)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572000" y="3758184"/>
            <a:ext cx="6888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runs for real, with realistic fake data, zero live backend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4654296"/>
            <a:ext cx="11094415" cy="859536"/>
          </a:xfrm>
          <a:prstGeom prst="roundRect">
            <a:avLst>
              <a:gd name="adj" fmla="val 9574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82803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970678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764024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tests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572000" y="4745736"/>
            <a:ext cx="6888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flows, including error cases — fast and repeatable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5733288"/>
            <a:ext cx="11094415" cy="960120"/>
          </a:xfrm>
          <a:prstGeom prst="roundRect">
            <a:avLst>
              <a:gd name="adj" fmla="val 8571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77240" y="5943600"/>
            <a:ext cx="548640" cy="54864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" y="6086246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508760" y="5852160"/>
            <a:ext cx="9905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part that actually saves us months: </a:t>
            </a:r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bugs get caught outside, where fixing them is a two-minute edit instead of a trip through the internal pipeline.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TO LOOK AT WHAT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things need a quick look. Some need a second pair of eyes.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64328" cy="3291840"/>
          </a:xfrm>
          <a:prstGeom prst="roundRect">
            <a:avLst>
              <a:gd name="adj" fmla="val 2500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" y="2108606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81328" y="20299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stuff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2487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contracts, sanitized code, sample fixtures.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481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teammate reviews it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it goes — same day, routine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78728" y="1737360"/>
            <a:ext cx="5364328" cy="3291840"/>
          </a:xfrm>
          <a:prstGeom prst="roundRect">
            <a:avLst>
              <a:gd name="adj" fmla="val 2500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34760" y="1965960"/>
            <a:ext cx="548640" cy="54864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406" y="2108606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11416" y="20299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touching real rules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53048" y="248716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shapes, anything near sensitive logic.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553048" y="3017520"/>
            <a:ext cx="481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in a tech lead or the supervisor first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or two, not a blocker — just a second look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tighten this up as we go — better to start simple and add structure only where we actually need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PORTING FEATURES, ONE AT A TIME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 → Spec → Build → Verify — repeat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02154" cy="3017520"/>
          </a:xfrm>
          <a:prstGeom prst="roundRect">
            <a:avLst>
              <a:gd name="adj" fmla="val 3163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28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22363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223639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out what each Angular feature actually does: routes, screens, calls, rules. One row per feature.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32506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</a:rPr>
              <a:t>▸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79394" y="1691640"/>
            <a:ext cx="2602154" cy="3017520"/>
          </a:xfrm>
          <a:prstGeom prst="roundRect">
            <a:avLst>
              <a:gd name="adj" fmla="val 3163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2274" y="1828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562274" y="2468880"/>
            <a:ext cx="22363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2274" y="2834640"/>
            <a:ext cx="223639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contract inside: API shape, rule keys, sample data. Keep it tight — a spec shouldn't take a week.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6326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</a:rPr>
              <a:t>▸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0148" y="1691640"/>
            <a:ext cx="2602154" cy="3017520"/>
          </a:xfrm>
          <a:prstGeom prst="roundRect">
            <a:avLst>
              <a:gd name="adj" fmla="val 3163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93028" y="1828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393028" y="2468880"/>
            <a:ext cx="22363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93028" y="2834640"/>
            <a:ext cx="223639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outside end-to-end — UI, tests, docs together — against the mocks. Not all-screens-first.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794013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6B8C"/>
                </a:solidFill>
              </a:rPr>
              <a:t>▸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040901" y="1691640"/>
            <a:ext cx="2602154" cy="3017520"/>
          </a:xfrm>
          <a:prstGeom prst="roundRect">
            <a:avLst>
              <a:gd name="adj" fmla="val 3163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223781" y="18288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9223781" y="2468880"/>
            <a:ext cx="22363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23781" y="2834640"/>
            <a:ext cx="223639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it in, plug in the real backend, re-run the same tests. Found a gap? Fix the spec, then the code.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7826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184648"/>
            <a:ext cx="566928" cy="566928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5332049"/>
            <a:ext cx="272125" cy="272125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508760" y="5120640"/>
            <a:ext cx="9905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pick a medium feature, not the hardest one. </a:t>
            </a:r>
            <a:pPr indent="0" marL="0">
              <a:buNone/>
            </a:pPr>
            <a:r>
              <a:rPr lang="en-US" sz="13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job is to help us learn the loop — how long a spec takes, how the mocks feel, how integration actually goes — before we scale it up.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honest stages, not a rigid deadline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2024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212848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305805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real feature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matching pipelines &amp; configs outside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loop once, start to finish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honestly about what was clunky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8218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66818" y="192024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66818" y="2212848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comfortable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66818" y="2788920"/>
            <a:ext cx="305805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more features through the loop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friction we found in Stage 1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 settle into integration &amp; testing roles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routine starts feeling routine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27797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56397" y="192024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56397" y="2212848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the norm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56397" y="2788920"/>
            <a:ext cx="305805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new work starts outside by default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inventory &amp; porting well underway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is quick because the habits are solid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no longer thinking about this as "new"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54864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dates on purpose — each stage ends when the criteria above are actually true, not when a calendar says so.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STRAIGHT ABOUT THE PEOPLE SIDE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changes roles — let's talk about it early and honestly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20440" cy="3657600"/>
          </a:xfrm>
          <a:prstGeom prst="roundRect">
            <a:avLst>
              <a:gd name="adj" fmla="val 2338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developers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310896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time on the interesting problems, less on environment friction and rebuilding plumbing. The tools handle more of the repetitive part so we can focus on what actually needs a person.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34256" y="1691640"/>
            <a:ext cx="3520440" cy="3657600"/>
          </a:xfrm>
          <a:prstGeom prst="roundRect">
            <a:avLst>
              <a:gd name="adj" fmla="val 2338"/>
            </a:avLst>
          </a:prstGeom>
          <a:solidFill>
            <a:srgbClr val="EDF3FC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502" y="2062886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contractors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62856" y="310896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roles shift toward integration, environment testing, and configuration management — genuinely valuable, hands-on work, not busywork. Where useful, some may also move toward more BA-style spec work.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19872" y="1691640"/>
            <a:ext cx="3520440" cy="3657600"/>
          </a:xfrm>
          <a:prstGeom prst="roundRect">
            <a:avLst>
              <a:gd name="adj" fmla="val 2338"/>
            </a:avLst>
          </a:prstGeom>
          <a:solidFill>
            <a:srgbClr val="EAF4EF"/>
          </a:solidFill>
          <a:ln/>
          <a:effectLst>
            <a:outerShdw sx="100000" sy="100000" kx="0" ky="0" algn="bl" rotWithShape="0" blurRad="76200" dist="12700" dir="5400000">
              <a:srgbClr val="9AA7C4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48472" y="1920240"/>
            <a:ext cx="548640" cy="54864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118" y="206288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4847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48472" y="310896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headcount is decided or urgent right now. As things become clearer, we'll say so — plainly and early, not as a surprise later.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Internet-First, Airgap-Final — Team Edition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-2286000" y="3474720"/>
            <a:ext cx="6400800" cy="6400800"/>
          </a:xfrm>
          <a:prstGeom prst="ellipse">
            <a:avLst/>
          </a:prstGeom>
          <a:solidFill>
            <a:srgbClr val="2A3A7A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822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DO NEXT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small steps,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big bang.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10607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small feature to pilot the whole loop on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our lint / SAST / test configs over so outside matches inside from day one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extractor → mock → Playwright loop on it, end to end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together as a team afterward: what worked, what didn't, what we adjust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53492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prove this on one feature, learn from it, and go from there — together.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Core Engineering</dc:creator>
  <cp:lastModifiedBy>Core Engineering</cp:lastModifiedBy>
  <cp:revision>1</cp:revision>
  <dcterms:created xsi:type="dcterms:W3CDTF">2026-07-18T21:15:16Z</dcterms:created>
  <dcterms:modified xsi:type="dcterms:W3CDTF">2026-07-18T21:15:16Z</dcterms:modified>
</cp:coreProperties>
</file>